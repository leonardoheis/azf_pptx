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58" r:id="rId3"/>
    <p:sldId id="256" r:id="rId4"/>
    <p:sldId id="257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A66317-2AEF-4577-9804-F81E3297F2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F2E102E-0564-31F4-2534-F2C2A82AD3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ECF672-235F-B3D9-43DC-3969E09BF5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A42A0-BF9A-48CB-9C76-008251E2EC31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F78FBF-4541-54F6-012B-3EDF86AA6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734DF6-D410-56E2-DBF9-14A4BB174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5DD626-64FB-4E1C-ADC9-C377C3EDB8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43599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332364-A8A5-2418-190B-E86E395FC1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28EC11-2004-9F45-8ABC-D36865ED4C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975661-1FA7-86C1-6B9D-857FEA98DA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A42A0-BF9A-48CB-9C76-008251E2EC31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238EF1-675D-9626-10D6-FE40EC410A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D9FE52-25A1-50D5-1F7A-1F006023E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5DD626-64FB-4E1C-ADC9-C377C3EDB8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68484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3A1C3E-FB5C-3076-DAD2-512E029BD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3CC2F0-D9AD-2AC2-438E-3D051FF11F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EA765D-404D-FA66-93C8-10345CC42D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A42A0-BF9A-48CB-9C76-008251E2EC31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54F5C8-B978-00F3-AEB4-FAD958619C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363A60-E079-C687-BC14-F085D8BC8E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5DD626-64FB-4E1C-ADC9-C377C3EDB8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84881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CA376A-5E45-9D32-66B9-9189830C83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E51385-31D0-DD79-74F2-5CD03426B2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17876E-D698-716A-7F80-3FCFABEF2C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9B1168-2FD6-B0D0-F20D-E327990E7B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A42A0-BF9A-48CB-9C76-008251E2EC31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F3B22C-E3A2-559F-0BC4-AB035AC24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9E50EE-252F-6039-6D3D-64EB119DB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5DD626-64FB-4E1C-ADC9-C377C3EDB8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806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A0278E-F483-865A-A8EC-C3CB16D9E4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BA05B0-28C9-E4C3-58D8-4AB1A41A69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F8E1C7D-4F17-533E-75C6-F0AC84F6C7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AF03C2D-A571-332E-8087-0157E8F164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F1C120F-74FC-BA68-E911-D20CC8845B9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D781DE-0855-72CD-6B8C-7C00C2113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A42A0-BF9A-48CB-9C76-008251E2EC31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458E3C-AEFE-957B-4C4D-68DFFB39B0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42FBB3A-A821-92FE-3F69-CE76C41D1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5DD626-64FB-4E1C-ADC9-C377C3EDB8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81376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DA86AC-3B79-3478-FFB6-2AB188B045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DE69DA-DEF2-34E8-5F79-35C307CC4A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A42A0-BF9A-48CB-9C76-008251E2EC31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9753BB7-D5ED-416F-7AA7-77897DEF6F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7D4175D-003F-BC13-6B7E-E47539292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5DD626-64FB-4E1C-ADC9-C377C3EDB8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03356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9395EF8-2C89-10C1-4AB6-046CE64375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A42A0-BF9A-48CB-9C76-008251E2EC31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6552BBE-08FD-BE39-D7DB-B408BBB4C3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AB62D0-B8C9-07E9-0919-B9C78CF595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5DD626-64FB-4E1C-ADC9-C377C3EDB8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46564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55BCDD-CA74-BD69-06AE-6526DD1D0A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D6081B-2FE7-9382-7C34-981454E8B1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D0D7513-F0BA-BF5A-8DBC-32A8AFEBB8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1A9019-E4B8-77C4-1937-0E6554D132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A42A0-BF9A-48CB-9C76-008251E2EC31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B6DCEF-88FE-29CE-97EF-659C4F2F1A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669E55-A21F-E6C2-05AA-D4F7A0A692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5DD626-64FB-4E1C-ADC9-C377C3EDB8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83172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7FAECC-CB23-A02F-D24F-828236E9DE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732543-CCA4-0D36-40CA-09FF8773EBA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E9BB0A-389E-D339-431D-FD81C47AB9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0920D9-25B5-76F2-1AB2-95C22BF476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A42A0-BF9A-48CB-9C76-008251E2EC31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DB950E-1A9D-877A-70B7-F183D1AAC5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F4DFCE-845E-E25B-E77D-A128A97812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5DD626-64FB-4E1C-ADC9-C377C3EDB8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48677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83FC0D-9A8A-E8D2-D0D3-13D14EF386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265DBC8-6207-C9B2-48C7-0C8823FD6B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4B85D6-4EEC-C1DB-DBAC-F7EEB539B4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A42A0-BF9A-48CB-9C76-008251E2EC31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B4DB8-6402-9F1E-FE7C-098BE99D7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9B5DA2-32F4-68E3-4786-C6DB2AE4F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5DD626-64FB-4E1C-ADC9-C377C3EDB8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31393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68A547C-99CB-3EF9-2956-8EED50D5A7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1033706-1750-2F43-EE42-D5DDA46BED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14B66E-106F-6A85-1CEB-E4EB576036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A42A0-BF9A-48CB-9C76-008251E2EC31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9E0A66-E3F4-F4C1-3B93-804AE1453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475617-CA27-B776-BD21-8604B17F57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5DD626-64FB-4E1C-ADC9-C377C3EDB8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21785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2AE7C13-A0C9-683B-4795-B8E2D0099B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18B544-0B7C-3567-AE8A-F84E66243C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C19B0F-7DDE-348D-116A-5D7329C2902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6A42A0-BF9A-48CB-9C76-008251E2EC31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129F5A-AC3A-6DD6-75B8-F649A9A792E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D77438-EF83-7BC9-C1DC-B9FEAB46B1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D5DD626-64FB-4E1C-ADC9-C377C3EDB8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30334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Pen placed on top of a signature line">
            <a:extLst>
              <a:ext uri="{FF2B5EF4-FFF2-40B4-BE49-F238E27FC236}">
                <a16:creationId xmlns:a16="http://schemas.microsoft.com/office/drawing/2014/main" id="{C9FCF8E4-B874-45AC-2D57-6C8D0DE595A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5730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F6323FB-9C4E-6729-90E8-5104148075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871759"/>
            <a:ext cx="10687812" cy="349704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5400" dirty="0"/>
              <a:t>Company Profile</a:t>
            </a:r>
            <a:br>
              <a:rPr lang="en-US" sz="5400" dirty="0"/>
            </a:br>
            <a:r>
              <a:rPr lang="en-US" sz="5400" dirty="0"/>
              <a:t>for {{</a:t>
            </a:r>
            <a:r>
              <a:rPr lang="en-US" sz="5400" dirty="0" err="1"/>
              <a:t>CompanyName</a:t>
            </a:r>
            <a:r>
              <a:rPr lang="en-US" sz="5400" dirty="0"/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19613442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659D1E-FE4E-EF16-316C-CF1C609913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title 2">
            <a:extLst>
              <a:ext uri="{FF2B5EF4-FFF2-40B4-BE49-F238E27FC236}">
                <a16:creationId xmlns:a16="http://schemas.microsoft.com/office/drawing/2014/main" id="{B52C795F-252B-702D-DFCA-833B8679330B}"/>
              </a:ext>
            </a:extLst>
          </p:cNvPr>
          <p:cNvSpPr txBox="1">
            <a:spLocks/>
          </p:cNvSpPr>
          <p:nvPr/>
        </p:nvSpPr>
        <p:spPr>
          <a:xfrm>
            <a:off x="0" y="1106424"/>
            <a:ext cx="6096000" cy="563727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dirty="0"/>
              <a:t>{{CompanyResearch1}}</a:t>
            </a:r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8811D80A-25BF-7130-1713-ED6273048CEE}"/>
              </a:ext>
            </a:extLst>
          </p:cNvPr>
          <p:cNvSpPr txBox="1">
            <a:spLocks/>
          </p:cNvSpPr>
          <p:nvPr/>
        </p:nvSpPr>
        <p:spPr>
          <a:xfrm>
            <a:off x="6096000" y="1035776"/>
            <a:ext cx="6096000" cy="58222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dirty="0"/>
              <a:t>{{CompanyResearch2}}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F4E696EB-DD6D-F1A9-5F6E-31C4BCE4D8DD}"/>
              </a:ext>
            </a:extLst>
          </p:cNvPr>
          <p:cNvSpPr txBox="1">
            <a:spLocks/>
          </p:cNvSpPr>
          <p:nvPr/>
        </p:nvSpPr>
        <p:spPr>
          <a:xfrm>
            <a:off x="0" y="114299"/>
            <a:ext cx="10691265" cy="704527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82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dirty="0"/>
              <a:t>Profile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3158A81-78C2-4EC7-4109-88139CCB1D47}"/>
              </a:ext>
            </a:extLst>
          </p:cNvPr>
          <p:cNvSpPr/>
          <p:nvPr/>
        </p:nvSpPr>
        <p:spPr>
          <a:xfrm>
            <a:off x="191464" y="818827"/>
            <a:ext cx="2709358" cy="433901"/>
          </a:xfrm>
          <a:prstGeom prst="rect">
            <a:avLst/>
          </a:pr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E4B970-6BD1-A341-66DB-73590A881924}"/>
              </a:ext>
            </a:extLst>
          </p:cNvPr>
          <p:cNvSpPr txBox="1"/>
          <p:nvPr/>
        </p:nvSpPr>
        <p:spPr>
          <a:xfrm>
            <a:off x="191464" y="745675"/>
            <a:ext cx="2709358" cy="433901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37160" tIns="22860" rIns="22860" bIns="22860" numCol="1" spcCol="1270" anchor="t" anchorCtr="0">
            <a:noAutofit/>
          </a:bodyPr>
          <a:lstStyle/>
          <a:p>
            <a:pPr marL="0" lvl="0" indent="0" algn="l" defTabSz="800100">
              <a:lnSpc>
                <a:spcPct val="100000"/>
              </a:lnSpc>
              <a:spcBef>
                <a:spcPct val="0"/>
              </a:spcBef>
              <a:spcAft>
                <a:spcPct val="35000"/>
              </a:spcAft>
              <a:buNone/>
              <a:defRPr b="1"/>
            </a:pPr>
            <a:r>
              <a:rPr lang="en-US" sz="1800" kern="1200" dirty="0"/>
              <a:t>General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4A818146-7DDA-B6E4-6013-CDF68AA9E6A3}"/>
              </a:ext>
            </a:extLst>
          </p:cNvPr>
          <p:cNvGrpSpPr/>
          <p:nvPr/>
        </p:nvGrpSpPr>
        <p:grpSpPr>
          <a:xfrm>
            <a:off x="6096000" y="741542"/>
            <a:ext cx="2709358" cy="433901"/>
            <a:chOff x="7977842" y="0"/>
            <a:chExt cx="2709358" cy="433901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CFD7C56-EC59-9F59-9F51-2C91B683FDE6}"/>
                </a:ext>
              </a:extLst>
            </p:cNvPr>
            <p:cNvSpPr/>
            <p:nvPr/>
          </p:nvSpPr>
          <p:spPr>
            <a:xfrm>
              <a:off x="7977842" y="0"/>
              <a:ext cx="2709358" cy="433901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46E9974-CAED-AA4C-14C4-15FAF083898D}"/>
                </a:ext>
              </a:extLst>
            </p:cNvPr>
            <p:cNvSpPr txBox="1"/>
            <p:nvPr/>
          </p:nvSpPr>
          <p:spPr>
            <a:xfrm>
              <a:off x="7977842" y="0"/>
              <a:ext cx="2709358" cy="433901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137160" tIns="22860" rIns="22860" bIns="22860" numCol="1" spcCol="1270" anchor="t" anchorCtr="0">
              <a:noAutofit/>
            </a:bodyPr>
            <a:lstStyle/>
            <a:p>
              <a:pPr marL="0" lvl="0" indent="0" algn="l" defTabSz="800100">
                <a:lnSpc>
                  <a:spcPct val="100000"/>
                </a:lnSpc>
                <a:spcBef>
                  <a:spcPct val="0"/>
                </a:spcBef>
                <a:spcAft>
                  <a:spcPct val="35000"/>
                </a:spcAft>
                <a:buNone/>
                <a:defRPr b="1"/>
              </a:pPr>
              <a:r>
                <a:rPr lang="en-US" sz="1800" kern="1200" dirty="0"/>
                <a:t>Figures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841328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title 2">
            <a:extLst>
              <a:ext uri="{FF2B5EF4-FFF2-40B4-BE49-F238E27FC236}">
                <a16:creationId xmlns:a16="http://schemas.microsoft.com/office/drawing/2014/main" id="{B714E3DC-6D5F-1900-46F7-A27F0185030B}"/>
              </a:ext>
            </a:extLst>
          </p:cNvPr>
          <p:cNvSpPr txBox="1">
            <a:spLocks/>
          </p:cNvSpPr>
          <p:nvPr/>
        </p:nvSpPr>
        <p:spPr>
          <a:xfrm>
            <a:off x="0" y="658368"/>
            <a:ext cx="12192000" cy="61996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dirty="0"/>
              <a:t>{{CompanyResearch3}}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6D4DA8A-89A7-BB05-EE2B-47A3642C4CA2}"/>
              </a:ext>
            </a:extLst>
          </p:cNvPr>
          <p:cNvSpPr txBox="1">
            <a:spLocks/>
          </p:cNvSpPr>
          <p:nvPr/>
        </p:nvSpPr>
        <p:spPr>
          <a:xfrm>
            <a:off x="103632" y="54864"/>
            <a:ext cx="9814965" cy="78638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5000" dirty="0"/>
              <a:t>Miscellaneous</a:t>
            </a:r>
          </a:p>
        </p:txBody>
      </p:sp>
    </p:spTree>
    <p:extLst>
      <p:ext uri="{BB962C8B-B14F-4D97-AF65-F5344CB8AC3E}">
        <p14:creationId xmlns:p14="http://schemas.microsoft.com/office/powerpoint/2010/main" val="37919466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109722-C6C6-5ECE-7765-9D1ED7563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title 2">
            <a:extLst>
              <a:ext uri="{FF2B5EF4-FFF2-40B4-BE49-F238E27FC236}">
                <a16:creationId xmlns:a16="http://schemas.microsoft.com/office/drawing/2014/main" id="{0853BF73-5BA1-33FF-8A09-1DC9BCF674CA}"/>
              </a:ext>
            </a:extLst>
          </p:cNvPr>
          <p:cNvSpPr txBox="1">
            <a:spLocks/>
          </p:cNvSpPr>
          <p:nvPr/>
        </p:nvSpPr>
        <p:spPr>
          <a:xfrm>
            <a:off x="304800" y="905256"/>
            <a:ext cx="11509248" cy="58247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dirty="0"/>
              <a:t>{{</a:t>
            </a:r>
            <a:r>
              <a:rPr lang="en-US" dirty="0" err="1"/>
              <a:t>IndustryResearch</a:t>
            </a:r>
            <a:r>
              <a:rPr lang="en-US" dirty="0"/>
              <a:t>}}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FC288EB-338B-77E8-1A2B-3F3AF5D2344D}"/>
              </a:ext>
            </a:extLst>
          </p:cNvPr>
          <p:cNvSpPr txBox="1">
            <a:spLocks/>
          </p:cNvSpPr>
          <p:nvPr/>
        </p:nvSpPr>
        <p:spPr>
          <a:xfrm>
            <a:off x="377952" y="128016"/>
            <a:ext cx="10691265" cy="662152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5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dirty="0"/>
              <a:t>Value Map Table</a:t>
            </a:r>
          </a:p>
        </p:txBody>
      </p:sp>
    </p:spTree>
    <p:extLst>
      <p:ext uri="{BB962C8B-B14F-4D97-AF65-F5344CB8AC3E}">
        <p14:creationId xmlns:p14="http://schemas.microsoft.com/office/powerpoint/2010/main" val="10193183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</TotalTime>
  <Words>26</Words>
  <Application>Microsoft Office PowerPoint</Application>
  <PresentationFormat>Widescreen</PresentationFormat>
  <Paragraphs>10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Company Profile for {{CompanyName}}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Leonardo Heis</dc:creator>
  <cp:lastModifiedBy>Leonardo Heis</cp:lastModifiedBy>
  <cp:revision>10</cp:revision>
  <dcterms:created xsi:type="dcterms:W3CDTF">2025-07-17T02:04:39Z</dcterms:created>
  <dcterms:modified xsi:type="dcterms:W3CDTF">2025-12-26T01:48:37Z</dcterms:modified>
</cp:coreProperties>
</file>